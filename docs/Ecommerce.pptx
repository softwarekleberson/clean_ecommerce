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0" r:id="rId8"/>
    <p:sldId id="263" r:id="rId9"/>
    <p:sldId id="277" r:id="rId10"/>
    <p:sldId id="278" r:id="rId11"/>
    <p:sldId id="279" r:id="rId12"/>
    <p:sldId id="280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6" r:id="rId24"/>
    <p:sldId id="275" r:id="rId25"/>
    <p:sldId id="282" r:id="rId26"/>
    <p:sldId id="281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4" autoAdjust="0"/>
    <p:restoredTop sz="94660"/>
  </p:normalViewPr>
  <p:slideViewPr>
    <p:cSldViewPr snapToGrid="0">
      <p:cViewPr varScale="1">
        <p:scale>
          <a:sx n="69" d="100"/>
          <a:sy n="69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5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15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17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79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46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67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185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325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41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734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27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C06A2-5176-47A7-BD77-A8BC4A21F27E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6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34291" y="4473807"/>
            <a:ext cx="4762500" cy="887902"/>
          </a:xfrm>
        </p:spPr>
        <p:txBody>
          <a:bodyPr>
            <a:normAutofit fontScale="90000"/>
          </a:bodyPr>
          <a:lstStyle/>
          <a:p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30" name="Picture 6" descr="YOU'RE INVITED: JACK CARLSON AT HATCHARDS – Rowing Blaz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8922" y="-520672"/>
            <a:ext cx="13989844" cy="851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18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233055"/>
            <a:ext cx="10515600" cy="457633"/>
          </a:xfrm>
        </p:spPr>
        <p:txBody>
          <a:bodyPr>
            <a:normAutofit fontScale="90000"/>
          </a:bodyPr>
          <a:lstStyle/>
          <a:p>
            <a:pPr algn="ctr"/>
            <a:r>
              <a:rPr lang="pt-BR" altLang="pt-BR" sz="3100" b="1" dirty="0" smtClean="0">
                <a:latin typeface="Tahoma" panose="020B0604030504040204" pitchFamily="34" charset="0"/>
              </a:rPr>
              <a:t>E-COMMERCE</a:t>
            </a:r>
            <a:r>
              <a:rPr lang="pt-BR" altLang="pt-BR" sz="4800" b="1" dirty="0" smtClean="0">
                <a:latin typeface="Tahoma" panose="020B0604030504040204" pitchFamily="34" charset="0"/>
              </a:rPr>
              <a:t/>
            </a:r>
            <a:br>
              <a:rPr lang="pt-BR" altLang="pt-BR" sz="4800" b="1" dirty="0" smtClean="0">
                <a:latin typeface="Tahoma" panose="020B0604030504040204" pitchFamily="34" charset="0"/>
              </a:rPr>
            </a:br>
            <a:r>
              <a:rPr lang="pt-BR" altLang="pt-BR" sz="4800" b="1" dirty="0" smtClean="0">
                <a:latin typeface="Tahoma" panose="020B0604030504040204" pitchFamily="34" charset="0"/>
              </a:rPr>
              <a:t/>
            </a:r>
            <a:br>
              <a:rPr lang="pt-BR" altLang="pt-BR" sz="4800" b="1" dirty="0" smtClean="0">
                <a:latin typeface="Tahoma" panose="020B0604030504040204" pitchFamily="34" charset="0"/>
              </a:rPr>
            </a:br>
            <a:r>
              <a:rPr lang="pt-BR" altLang="pt-BR" sz="4800" b="1" dirty="0" smtClean="0">
                <a:latin typeface="Tahoma" panose="020B0604030504040204" pitchFamily="34" charset="0"/>
              </a:rPr>
              <a:t> </a:t>
            </a:r>
            <a:r>
              <a:rPr lang="pt-BR" altLang="pt-BR" sz="3300" dirty="0"/>
              <a:t>Laboratório de Engenharia de Software – 2º Semestre - 2025 </a:t>
            </a:r>
            <a:endParaRPr lang="pt-BR" sz="33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pPr marL="0" indent="0">
              <a:buNone/>
            </a:pPr>
            <a:r>
              <a:rPr lang="pt-BR" dirty="0"/>
              <a:t> </a:t>
            </a:r>
            <a:r>
              <a:rPr lang="pt-BR" dirty="0" smtClean="0"/>
              <a:t>      </a:t>
            </a:r>
          </a:p>
          <a:p>
            <a:pPr marL="0" indent="0" algn="ctr">
              <a:buNone/>
            </a:pPr>
            <a:r>
              <a:rPr lang="pt-BR" dirty="0"/>
              <a:t>	</a:t>
            </a:r>
            <a:r>
              <a:rPr lang="pt-BR" altLang="pt-BR" b="1" dirty="0"/>
              <a:t>KLEBERSON DOS SANTOS SILVA</a:t>
            </a:r>
          </a:p>
          <a:p>
            <a:pPr marL="0" indent="0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36460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 Black" panose="020B0A04020102020204" pitchFamily="34" charset="0"/>
              </a:rPr>
              <a:t>Entrega 30 /08 / </a:t>
            </a:r>
            <a:r>
              <a:rPr lang="pt-BR" sz="2800" b="1" dirty="0" smtClean="0">
                <a:latin typeface="Arial Black" panose="020B0A04020102020204" pitchFamily="34" charset="0"/>
              </a:rPr>
              <a:t>2025</a:t>
            </a:r>
            <a:r>
              <a:rPr lang="pt-BR" sz="2800" b="1" dirty="0">
                <a:latin typeface="Arial Black" panose="020B0A04020102020204" pitchFamily="34" charset="0"/>
              </a:rPr>
              <a:t/>
            </a:r>
            <a:br>
              <a:rPr lang="pt-BR" sz="2800" b="1" dirty="0">
                <a:latin typeface="Arial Black" panose="020B0A04020102020204" pitchFamily="34" charset="0"/>
              </a:rPr>
            </a:br>
            <a:r>
              <a:rPr lang="pt-BR" sz="2800" b="1" dirty="0" smtClean="0">
                <a:latin typeface="Arial Black" panose="020B0A04020102020204" pitchFamily="34" charset="0"/>
              </a:rPr>
              <a:t>Backlog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075" y="1812568"/>
            <a:ext cx="8641850" cy="3824602"/>
          </a:xfrm>
        </p:spPr>
      </p:pic>
    </p:spTree>
    <p:extLst>
      <p:ext uri="{BB962C8B-B14F-4D97-AF65-F5344CB8AC3E}">
        <p14:creationId xmlns:p14="http://schemas.microsoft.com/office/powerpoint/2010/main" val="3210112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Entrega 30/08/2025</a:t>
            </a:r>
            <a:r>
              <a:rPr lang="pt-BR" sz="2800" b="1" dirty="0">
                <a:latin typeface="Arial Black" panose="020B0A04020102020204" pitchFamily="34" charset="0"/>
              </a:rPr>
              <a:t/>
            </a:r>
            <a:br>
              <a:rPr lang="pt-BR" sz="2800" b="1" dirty="0">
                <a:latin typeface="Arial Black" panose="020B0A04020102020204" pitchFamily="34" charset="0"/>
              </a:rPr>
            </a:br>
            <a:r>
              <a:rPr lang="pt-BR" sz="2800" b="1" dirty="0" smtClean="0">
                <a:latin typeface="Arial Black" panose="020B0A04020102020204" pitchFamily="34" charset="0"/>
              </a:rPr>
              <a:t>Tema Ecommerce e Tecnologia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042" y="1690688"/>
            <a:ext cx="4163013" cy="4735656"/>
          </a:xfrm>
        </p:spPr>
      </p:pic>
    </p:spTree>
    <p:extLst>
      <p:ext uri="{BB962C8B-B14F-4D97-AF65-F5344CB8AC3E}">
        <p14:creationId xmlns:p14="http://schemas.microsoft.com/office/powerpoint/2010/main" val="2431458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altLang="pt-BR" sz="2800" b="1" dirty="0">
                <a:latin typeface="Tahoma" panose="020B0604030504040204" pitchFamily="34" charset="0"/>
              </a:rPr>
              <a:t>E-COMMERCE</a:t>
            </a: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FontTx/>
              <a:buNone/>
            </a:pPr>
            <a:endParaRPr lang="pt-BR" altLang="pt-BR" sz="2500" dirty="0" smtClean="0"/>
          </a:p>
          <a:p>
            <a:pPr marL="0" indent="0">
              <a:buFontTx/>
              <a:buNone/>
            </a:pPr>
            <a:r>
              <a:rPr lang="pt-BR" altLang="pt-BR" sz="2500" dirty="0" smtClean="0"/>
              <a:t>	O </a:t>
            </a:r>
            <a:r>
              <a:rPr lang="pt-BR" altLang="pt-BR" sz="2500" dirty="0"/>
              <a:t>projeto tem como objetivo o desenvolvimento de um sistema </a:t>
            </a:r>
            <a:r>
              <a:rPr lang="pt-BR" altLang="pt-BR" sz="2500" dirty="0" smtClean="0"/>
              <a:t>e-commerce baseado </a:t>
            </a:r>
            <a:r>
              <a:rPr lang="pt-BR" altLang="pt-BR" sz="2500" dirty="0"/>
              <a:t>em uma loja online do time de futebol Palmeiras, contemplando funcionalidades de cadastro de produtos e clientes, controle de estoque, gerenciamento de vendas eletrônicas e suporte a processos de troca. O sistema deve oferecer mecanismos de pesquisa, filtros de consulta e acompanhamento de pedidos, além de garantir a rastreabilidade de transações e integridade </a:t>
            </a:r>
            <a:r>
              <a:rPr lang="pt-BR" altLang="pt-BR" sz="2500" dirty="0" smtClean="0"/>
              <a:t>dos dados</a:t>
            </a:r>
            <a:r>
              <a:rPr lang="pt-BR" altLang="pt-BR" sz="2500" dirty="0"/>
              <a:t>.</a:t>
            </a:r>
            <a:r>
              <a:rPr lang="en-US" altLang="pt-BR" sz="2500" dirty="0" smtClean="0"/>
              <a:t>​</a:t>
            </a:r>
          </a:p>
          <a:p>
            <a:pPr marL="0" indent="0">
              <a:buFontTx/>
              <a:buNone/>
            </a:pPr>
            <a:endParaRPr lang="pt-BR" altLang="pt-BR" sz="2500" dirty="0"/>
          </a:p>
          <a:p>
            <a:pPr marL="0" indent="0">
              <a:buFontTx/>
              <a:buNone/>
            </a:pPr>
            <a:r>
              <a:rPr lang="pt-BR" altLang="pt-BR" sz="2500" dirty="0"/>
              <a:t>	Adicionalmente, o sistema incorpora recurso de análise de vendas e um módulo de recomendação personalizada com IA generativa, permitindo sugerir produtos aos clientes com base em histórico de compras e preferências. </a:t>
            </a:r>
            <a:r>
              <a:rPr lang="pt-BR" altLang="pt-BR" sz="2500" dirty="0" smtClean="0"/>
              <a:t>​</a:t>
            </a:r>
          </a:p>
          <a:p>
            <a:pPr marL="0" indent="0" algn="ctr">
              <a:buFontTx/>
              <a:buNone/>
            </a:pPr>
            <a:endParaRPr lang="pt-BR" altLang="pt-BR" sz="2500" dirty="0"/>
          </a:p>
          <a:p>
            <a:endParaRPr lang="pt-BR" sz="282000" dirty="0"/>
          </a:p>
        </p:txBody>
      </p:sp>
    </p:spTree>
    <p:extLst>
      <p:ext uri="{BB962C8B-B14F-4D97-AF65-F5344CB8AC3E}">
        <p14:creationId xmlns:p14="http://schemas.microsoft.com/office/powerpoint/2010/main" val="190213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1327" y="433"/>
            <a:ext cx="10515600" cy="1180757"/>
          </a:xfrm>
        </p:spPr>
        <p:txBody>
          <a:bodyPr>
            <a:normAutofit fontScale="90000"/>
          </a:bodyPr>
          <a:lstStyle/>
          <a:p>
            <a:pPr algn="ctr"/>
            <a:r>
              <a:rPr lang="pt-BR" altLang="pt-BR" b="1" dirty="0" smtClean="0">
                <a:latin typeface="Tahoma" panose="020B0604030504040204" pitchFamily="34" charset="0"/>
              </a:rPr>
              <a:t/>
            </a:r>
            <a:br>
              <a:rPr lang="pt-BR" altLang="pt-BR" b="1" dirty="0" smtClean="0">
                <a:latin typeface="Tahoma" panose="020B0604030504040204" pitchFamily="34" charset="0"/>
              </a:rPr>
            </a:br>
            <a:r>
              <a:rPr lang="pt-BR" altLang="pt-BR" sz="3100" b="1" dirty="0" smtClean="0">
                <a:latin typeface="Tahoma" panose="020B0604030504040204" pitchFamily="34" charset="0"/>
              </a:rPr>
              <a:t>E-COMMERCE</a:t>
            </a:r>
            <a:r>
              <a:rPr lang="pt-BR" altLang="pt-BR" sz="3100" b="1" dirty="0">
                <a:latin typeface="Tahoma" panose="020B0604030504040204" pitchFamily="34" charset="0"/>
              </a:rPr>
              <a:t/>
            </a:r>
            <a:br>
              <a:rPr lang="pt-BR" altLang="pt-BR" sz="3100" b="1" dirty="0">
                <a:latin typeface="Tahoma" panose="020B0604030504040204" pitchFamily="34" charset="0"/>
              </a:rPr>
            </a:br>
            <a:r>
              <a:rPr lang="pt-BR" altLang="pt-BR" sz="3100" b="1" dirty="0" smtClean="0">
                <a:latin typeface="Tahoma" panose="020B0604030504040204" pitchFamily="34" charset="0"/>
              </a:rPr>
              <a:t>Tecnologia</a:t>
            </a:r>
            <a:br>
              <a:rPr lang="pt-BR" altLang="pt-BR" sz="3100" b="1" dirty="0" smtClean="0">
                <a:latin typeface="Tahoma" panose="020B0604030504040204" pitchFamily="34" charset="0"/>
              </a:rPr>
            </a:br>
            <a:endParaRPr lang="pt-BR" sz="3100" dirty="0"/>
          </a:p>
        </p:txBody>
      </p:sp>
      <p:pic>
        <p:nvPicPr>
          <p:cNvPr id="4" name="Imagem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808" y="2084640"/>
            <a:ext cx="28670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833" y="2045927"/>
            <a:ext cx="2898775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859" y="3656228"/>
            <a:ext cx="2868974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KanbanFlow - Lean project management. Simplified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833" y="4578765"/>
            <a:ext cx="2634311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704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700" b="1" dirty="0">
                <a:latin typeface="Arial Black" panose="020B0A04020102020204" pitchFamily="34" charset="0"/>
              </a:rPr>
              <a:t>Entrega </a:t>
            </a:r>
            <a:r>
              <a:rPr lang="pt-BR" sz="2700" b="1" dirty="0" smtClean="0">
                <a:latin typeface="Arial Black" panose="020B0A04020102020204" pitchFamily="34" charset="0"/>
              </a:rPr>
              <a:t>02 </a:t>
            </a:r>
            <a:r>
              <a:rPr lang="pt-BR" sz="2700" b="1" dirty="0">
                <a:latin typeface="Arial Black" panose="020B0A04020102020204" pitchFamily="34" charset="0"/>
              </a:rPr>
              <a:t>/</a:t>
            </a:r>
            <a:r>
              <a:rPr lang="pt-BR" sz="2700" b="1" dirty="0" smtClean="0">
                <a:latin typeface="Arial Black" panose="020B0A04020102020204" pitchFamily="34" charset="0"/>
              </a:rPr>
              <a:t>09 </a:t>
            </a:r>
            <a:r>
              <a:rPr lang="pt-BR" sz="2700" b="1" dirty="0">
                <a:latin typeface="Arial Black" panose="020B0A04020102020204" pitchFamily="34" charset="0"/>
              </a:rPr>
              <a:t>/ </a:t>
            </a:r>
            <a:r>
              <a:rPr lang="pt-BR" sz="2700" b="1" dirty="0" smtClean="0">
                <a:latin typeface="Arial Black" panose="020B0A04020102020204" pitchFamily="34" charset="0"/>
              </a:rPr>
              <a:t>2025</a:t>
            </a:r>
            <a:br>
              <a:rPr lang="pt-BR" sz="2700" b="1" dirty="0" smtClean="0">
                <a:latin typeface="Arial Black" panose="020B0A04020102020204" pitchFamily="34" charset="0"/>
              </a:rPr>
            </a:br>
            <a:r>
              <a:rPr lang="pt-BR" sz="2700" b="1" dirty="0" smtClean="0">
                <a:latin typeface="Arial Black" panose="020B0A04020102020204" pitchFamily="34" charset="0"/>
              </a:rPr>
              <a:t>Navegação completa sistema Html + Css + Js</a:t>
            </a:r>
            <a:endParaRPr lang="pt-BR" sz="27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310" y="1690688"/>
            <a:ext cx="4662689" cy="4522106"/>
          </a:xfrm>
        </p:spPr>
      </p:pic>
    </p:spTree>
    <p:extLst>
      <p:ext uri="{BB962C8B-B14F-4D97-AF65-F5344CB8AC3E}">
        <p14:creationId xmlns:p14="http://schemas.microsoft.com/office/powerpoint/2010/main" val="239103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Cliente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9202"/>
            <a:ext cx="10515600" cy="4084183"/>
          </a:xfrm>
        </p:spPr>
      </p:pic>
    </p:spTree>
    <p:extLst>
      <p:ext uri="{BB962C8B-B14F-4D97-AF65-F5344CB8AC3E}">
        <p14:creationId xmlns:p14="http://schemas.microsoft.com/office/powerpoint/2010/main" val="2136324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9047"/>
            <a:ext cx="10515600" cy="3884494"/>
          </a:xfrm>
        </p:spPr>
      </p:pic>
    </p:spTree>
    <p:extLst>
      <p:ext uri="{BB962C8B-B14F-4D97-AF65-F5344CB8AC3E}">
        <p14:creationId xmlns:p14="http://schemas.microsoft.com/office/powerpoint/2010/main" val="1314730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2717"/>
            <a:ext cx="10515600" cy="421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6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5684"/>
            <a:ext cx="10515600" cy="427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27161"/>
            <a:ext cx="10515600" cy="3948265"/>
          </a:xfrm>
        </p:spPr>
      </p:pic>
    </p:spTree>
    <p:extLst>
      <p:ext uri="{BB962C8B-B14F-4D97-AF65-F5344CB8AC3E}">
        <p14:creationId xmlns:p14="http://schemas.microsoft.com/office/powerpoint/2010/main" val="2498769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 Black" panose="020B0A04020102020204" pitchFamily="34" charset="0"/>
              </a:rPr>
              <a:t>Entrega </a:t>
            </a:r>
            <a:r>
              <a:rPr lang="pt-BR" sz="2800" b="1" dirty="0" smtClean="0">
                <a:latin typeface="Arial Black" panose="020B0A04020102020204" pitchFamily="34" charset="0"/>
              </a:rPr>
              <a:t>09 </a:t>
            </a:r>
            <a:r>
              <a:rPr lang="pt-BR" sz="2800" b="1" dirty="0">
                <a:latin typeface="Arial Black" panose="020B0A04020102020204" pitchFamily="34" charset="0"/>
              </a:rPr>
              <a:t>/09 / 2025</a:t>
            </a:r>
            <a:br>
              <a:rPr lang="pt-BR" sz="2800" b="1" dirty="0">
                <a:latin typeface="Arial Black" panose="020B0A04020102020204" pitchFamily="34" charset="0"/>
              </a:rPr>
            </a:br>
            <a:r>
              <a:rPr lang="pt-BR" sz="2800" b="1" dirty="0">
                <a:latin typeface="Arial Black" panose="020B0A04020102020204" pitchFamily="34" charset="0"/>
              </a:rPr>
              <a:t>C</a:t>
            </a:r>
            <a:r>
              <a:rPr lang="pt-BR" sz="2800" b="1" dirty="0" smtClean="0">
                <a:latin typeface="Arial Black" panose="020B0A04020102020204" pitchFamily="34" charset="0"/>
              </a:rPr>
              <a:t>rud Cliente : Cartão, Entrega e Cobrança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886" y="1690688"/>
            <a:ext cx="7863350" cy="3599512"/>
          </a:xfrm>
        </p:spPr>
      </p:pic>
    </p:spTree>
    <p:extLst>
      <p:ext uri="{BB962C8B-B14F-4D97-AF65-F5344CB8AC3E}">
        <p14:creationId xmlns:p14="http://schemas.microsoft.com/office/powerpoint/2010/main" val="911073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Backlog</a:t>
            </a:r>
            <a:endParaRPr lang="pt-BR" sz="2800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274" y="1690688"/>
            <a:ext cx="3823856" cy="4446876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128" y="1690688"/>
            <a:ext cx="3768435" cy="444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85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Home Cliente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68582"/>
            <a:ext cx="10515600" cy="4574803"/>
          </a:xfrm>
        </p:spPr>
      </p:pic>
    </p:spTree>
    <p:extLst>
      <p:ext uri="{BB962C8B-B14F-4D97-AF65-F5344CB8AC3E}">
        <p14:creationId xmlns:p14="http://schemas.microsoft.com/office/powerpoint/2010/main" val="2413430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Criar Cliente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509" y="1592127"/>
            <a:ext cx="4419600" cy="5113472"/>
          </a:xfrm>
        </p:spPr>
      </p:pic>
    </p:spTree>
    <p:extLst>
      <p:ext uri="{BB962C8B-B14F-4D97-AF65-F5344CB8AC3E}">
        <p14:creationId xmlns:p14="http://schemas.microsoft.com/office/powerpoint/2010/main" val="3398543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Update senha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379" y="1537856"/>
            <a:ext cx="5589241" cy="4430626"/>
          </a:xfrm>
        </p:spPr>
      </p:pic>
    </p:spTree>
    <p:extLst>
      <p:ext uri="{BB962C8B-B14F-4D97-AF65-F5344CB8AC3E}">
        <p14:creationId xmlns:p14="http://schemas.microsoft.com/office/powerpoint/2010/main" val="1527556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Entrega</a:t>
            </a:r>
            <a:endParaRPr lang="pt-BR" sz="2800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37374"/>
            <a:ext cx="10515600" cy="3884494"/>
          </a:xfrm>
        </p:spPr>
      </p:pic>
    </p:spTree>
    <p:extLst>
      <p:ext uri="{BB962C8B-B14F-4D97-AF65-F5344CB8AC3E}">
        <p14:creationId xmlns:p14="http://schemas.microsoft.com/office/powerpoint/2010/main" val="4144694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Entrega</a:t>
            </a:r>
            <a:endParaRPr lang="pt-BR" sz="2800" dirty="0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961" y="1537855"/>
            <a:ext cx="5360078" cy="4655895"/>
          </a:xfrm>
        </p:spPr>
      </p:pic>
    </p:spTree>
    <p:extLst>
      <p:ext uri="{BB962C8B-B14F-4D97-AF65-F5344CB8AC3E}">
        <p14:creationId xmlns:p14="http://schemas.microsoft.com/office/powerpoint/2010/main" val="1406876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Entrega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91" y="1502484"/>
            <a:ext cx="5181599" cy="4674479"/>
          </a:xfrm>
        </p:spPr>
      </p:pic>
    </p:spTree>
    <p:extLst>
      <p:ext uri="{BB962C8B-B14F-4D97-AF65-F5344CB8AC3E}">
        <p14:creationId xmlns:p14="http://schemas.microsoft.com/office/powerpoint/2010/main" val="4023727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Cobrança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2717"/>
            <a:ext cx="10515600" cy="4217153"/>
          </a:xfrm>
        </p:spPr>
      </p:pic>
    </p:spTree>
    <p:extLst>
      <p:ext uri="{BB962C8B-B14F-4D97-AF65-F5344CB8AC3E}">
        <p14:creationId xmlns:p14="http://schemas.microsoft.com/office/powerpoint/2010/main" val="2412152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 Black" panose="020B0A04020102020204" pitchFamily="34" charset="0"/>
              </a:rPr>
              <a:t>Cobrança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709" y="1690688"/>
            <a:ext cx="4516581" cy="4464339"/>
          </a:xfrm>
        </p:spPr>
      </p:pic>
    </p:spTree>
    <p:extLst>
      <p:ext uri="{BB962C8B-B14F-4D97-AF65-F5344CB8AC3E}">
        <p14:creationId xmlns:p14="http://schemas.microsoft.com/office/powerpoint/2010/main" val="103080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Cartão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5684"/>
            <a:ext cx="10515600" cy="4271220"/>
          </a:xfrm>
        </p:spPr>
      </p:pic>
    </p:spTree>
    <p:extLst>
      <p:ext uri="{BB962C8B-B14F-4D97-AF65-F5344CB8AC3E}">
        <p14:creationId xmlns:p14="http://schemas.microsoft.com/office/powerpoint/2010/main" val="2574867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Cartão</a:t>
            </a:r>
            <a:endParaRPr lang="pt-BR" sz="2800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346" y="1534679"/>
            <a:ext cx="4447308" cy="4602884"/>
          </a:xfrm>
        </p:spPr>
      </p:pic>
    </p:spTree>
    <p:extLst>
      <p:ext uri="{BB962C8B-B14F-4D97-AF65-F5344CB8AC3E}">
        <p14:creationId xmlns:p14="http://schemas.microsoft.com/office/powerpoint/2010/main" val="3669722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Listar Todos Clientes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93273"/>
            <a:ext cx="10515600" cy="4295657"/>
          </a:xfrm>
        </p:spPr>
      </p:pic>
    </p:spTree>
    <p:extLst>
      <p:ext uri="{BB962C8B-B14F-4D97-AF65-F5344CB8AC3E}">
        <p14:creationId xmlns:p14="http://schemas.microsoft.com/office/powerpoint/2010/main" val="1096173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Estrutura Pacote Cliente</a:t>
            </a:r>
            <a:endParaRPr lang="pt-BR" sz="2800" dirty="0">
              <a:latin typeface="Arial Black" panose="020B0A040201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618" y="1929021"/>
            <a:ext cx="4835237" cy="391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49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 Black" panose="020B0A04020102020204" pitchFamily="34" charset="0"/>
              </a:rPr>
              <a:t>Entrega </a:t>
            </a:r>
            <a:r>
              <a:rPr lang="pt-BR" sz="2800" b="1" dirty="0" smtClean="0">
                <a:latin typeface="Arial Black" panose="020B0A04020102020204" pitchFamily="34" charset="0"/>
              </a:rPr>
              <a:t>16/09 /2025</a:t>
            </a:r>
            <a:r>
              <a:rPr lang="pt-BR" sz="2800" b="1" dirty="0">
                <a:latin typeface="Arial Black" panose="020B0A04020102020204" pitchFamily="34" charset="0"/>
              </a:rPr>
              <a:t/>
            </a:r>
            <a:br>
              <a:rPr lang="pt-BR" sz="2800" b="1" dirty="0">
                <a:latin typeface="Arial Black" panose="020B0A04020102020204" pitchFamily="34" charset="0"/>
              </a:rPr>
            </a:br>
            <a:r>
              <a:rPr lang="pt-BR" sz="2800" b="1" dirty="0" smtClean="0">
                <a:latin typeface="Arial Black" panose="020B0A04020102020204" pitchFamily="34" charset="0"/>
              </a:rPr>
              <a:t>Casos de teste e Estimativas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628" y="1825625"/>
            <a:ext cx="9552744" cy="4351338"/>
          </a:xfrm>
        </p:spPr>
      </p:pic>
    </p:spTree>
    <p:extLst>
      <p:ext uri="{BB962C8B-B14F-4D97-AF65-F5344CB8AC3E}">
        <p14:creationId xmlns:p14="http://schemas.microsoft.com/office/powerpoint/2010/main" val="79930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Teste gerados com IA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0599"/>
            <a:ext cx="10515600" cy="3521390"/>
          </a:xfrm>
        </p:spPr>
      </p:pic>
    </p:spTree>
    <p:extLst>
      <p:ext uri="{BB962C8B-B14F-4D97-AF65-F5344CB8AC3E}">
        <p14:creationId xmlns:p14="http://schemas.microsoft.com/office/powerpoint/2010/main" val="4051366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Estimativas De Desenvolvimento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825" y="1454727"/>
            <a:ext cx="9730350" cy="4777654"/>
          </a:xfrm>
        </p:spPr>
      </p:pic>
    </p:spTree>
    <p:extLst>
      <p:ext uri="{BB962C8B-B14F-4D97-AF65-F5344CB8AC3E}">
        <p14:creationId xmlns:p14="http://schemas.microsoft.com/office/powerpoint/2010/main" val="3748505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 Black" panose="020B0A04020102020204" pitchFamily="34" charset="0"/>
              </a:rPr>
              <a:t>Entrega </a:t>
            </a:r>
            <a:r>
              <a:rPr lang="pt-BR" sz="2800" b="1" dirty="0" smtClean="0">
                <a:latin typeface="Arial Black" panose="020B0A04020102020204" pitchFamily="34" charset="0"/>
              </a:rPr>
              <a:t>23/09 </a:t>
            </a:r>
            <a:r>
              <a:rPr lang="pt-BR" sz="2800" b="1" dirty="0">
                <a:latin typeface="Arial Black" panose="020B0A04020102020204" pitchFamily="34" charset="0"/>
              </a:rPr>
              <a:t>/</a:t>
            </a:r>
            <a:r>
              <a:rPr lang="pt-BR" sz="2800" b="1" dirty="0" smtClean="0">
                <a:latin typeface="Arial Black" panose="020B0A04020102020204" pitchFamily="34" charset="0"/>
              </a:rPr>
              <a:t>2025</a:t>
            </a:r>
            <a:r>
              <a:rPr lang="pt-BR" sz="2800" b="1" dirty="0">
                <a:latin typeface="Arial Black" panose="020B0A04020102020204" pitchFamily="34" charset="0"/>
              </a:rPr>
              <a:t/>
            </a:r>
            <a:br>
              <a:rPr lang="pt-BR" sz="2800" b="1" dirty="0">
                <a:latin typeface="Arial Black" panose="020B0A04020102020204" pitchFamily="34" charset="0"/>
              </a:rPr>
            </a:br>
            <a:r>
              <a:rPr lang="pt-BR" sz="2800" b="1" dirty="0" smtClean="0">
                <a:latin typeface="Arial Black" panose="020B0A04020102020204" pitchFamily="34" charset="0"/>
              </a:rPr>
              <a:t>Teste automatizados, crud cliente</a:t>
            </a: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1366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59</Words>
  <Application>Microsoft Office PowerPoint</Application>
  <PresentationFormat>Widescreen</PresentationFormat>
  <Paragraphs>32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Arial</vt:lpstr>
      <vt:lpstr>Arial Black</vt:lpstr>
      <vt:lpstr>Calibri</vt:lpstr>
      <vt:lpstr>Calibri Light</vt:lpstr>
      <vt:lpstr>Tahoma</vt:lpstr>
      <vt:lpstr>Tema do Office</vt:lpstr>
      <vt:lpstr>Apresentação do PowerPoint</vt:lpstr>
      <vt:lpstr>E-COMMERCE   Laboratório de Engenharia de Software – 2º Semestre - 2025 </vt:lpstr>
      <vt:lpstr>Entrega 30 /08 / 2025 Backlog</vt:lpstr>
      <vt:lpstr>Entrega 30/08/2025 Tema Ecommerce e Tecnologia</vt:lpstr>
      <vt:lpstr>E-COMMERCE</vt:lpstr>
      <vt:lpstr> E-COMMERCE Tecnologia </vt:lpstr>
      <vt:lpstr>Entrega 02 /09 / 2025 Navegação completa sistema Html + Css + Js</vt:lpstr>
      <vt:lpstr>Cliente</vt:lpstr>
      <vt:lpstr>Apresentação do PowerPoint</vt:lpstr>
      <vt:lpstr>Apresentação do PowerPoint</vt:lpstr>
      <vt:lpstr>Apresentação do PowerPoint</vt:lpstr>
      <vt:lpstr>Apresentação do PowerPoint</vt:lpstr>
      <vt:lpstr>Entrega 09 /09 / 2025 Crud Cliente : Cartão, Entrega e Cobrança</vt:lpstr>
      <vt:lpstr>Backlog</vt:lpstr>
      <vt:lpstr>Home Cliente</vt:lpstr>
      <vt:lpstr>Criar Cliente</vt:lpstr>
      <vt:lpstr>Update senha</vt:lpstr>
      <vt:lpstr>Entrega</vt:lpstr>
      <vt:lpstr>Entrega</vt:lpstr>
      <vt:lpstr>Entrega</vt:lpstr>
      <vt:lpstr>Cobrança</vt:lpstr>
      <vt:lpstr>Cobrança</vt:lpstr>
      <vt:lpstr>Cartão</vt:lpstr>
      <vt:lpstr>Cartão</vt:lpstr>
      <vt:lpstr>Listar Todos Clientes</vt:lpstr>
      <vt:lpstr>Estrutura Pacote Cliente</vt:lpstr>
      <vt:lpstr>Entrega 16/09 /2025 Casos de teste e Estimativas</vt:lpstr>
      <vt:lpstr>Teste gerados com IA</vt:lpstr>
      <vt:lpstr>Estimativas De Desenvolvimento</vt:lpstr>
      <vt:lpstr>Entrega 23/09 /2025 Teste automatizados, crud cliente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User</cp:lastModifiedBy>
  <cp:revision>25</cp:revision>
  <dcterms:created xsi:type="dcterms:W3CDTF">2025-09-04T15:10:01Z</dcterms:created>
  <dcterms:modified xsi:type="dcterms:W3CDTF">2025-09-10T19:37:47Z</dcterms:modified>
</cp:coreProperties>
</file>